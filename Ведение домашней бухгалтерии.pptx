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40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07FBE-48AB-47FA-B6BB-EE7FC309710A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3AC24-C298-4808-9145-F7F05B6ECE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947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AC24-C298-4808-9145-F7F05B6ECE6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37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1784-8915-DDBF-D2E8-C2019F6B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93851A-41B2-234F-C5B7-4C3B83F67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330695E-D144-EAB3-18BA-A0280747C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08A57A-791D-F244-9E71-981941F75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AC24-C298-4808-9145-F7F05B6ECE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81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A7C98-65F6-2E10-A3F9-CA5CF383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A0F5D-5FAF-C85C-D00F-1AFEB89BB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BAC1CA-7E28-3E19-5663-60BECD522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FF235F-0588-FC4C-E6D0-A8499BB9D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AC24-C298-4808-9145-F7F05B6ECE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63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8D75D-DAF7-5777-BB2B-50A24E0FE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81889B-33C4-87F4-EE5B-A8DB0520D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1B6EB-40F3-8292-5F0A-E7765083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FF9875-E763-40A1-CD40-39450C72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9DA97-47AC-FB17-8829-E681355F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35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91E59-281A-439C-E343-D37CD325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DFAE4-9143-6B19-33D2-1EA54E7A3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720F54-26B0-DFEC-97E9-AB933801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D8D35C-087E-212F-2A5B-F051478D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C05B15-14A9-327E-35C2-7BD3ABF0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91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6BF11-7B6F-4C53-F29C-BB28CB7F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585D98-BA3D-50A0-F7A8-87293ED6E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D4FEE7-FBAC-531E-02F6-AABED0C8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B7354D-10DE-AE19-DAFF-1EC8E470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E7DA47-FC9B-7125-0BCA-91D29674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57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08A83-C02D-C63A-CE60-E6021CA4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CA4D67-7612-D1E3-1E5A-2974F624F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F2844F-FA27-E1CB-14AF-0A68BEF42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BD0338-F90D-C474-D3F8-5B654DFE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355872-C5A0-10D2-63D4-4771EE0D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8037AF-F2FD-002E-9D76-B9BAF357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216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1BC1D-3701-A1D1-BA99-68D8E656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5E7501-77FE-B438-EC7D-18466A685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A5D42D-1CFD-CCB9-9660-0C918659F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E62856-BC1D-18BD-7B5A-B0CCF79C3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2C5810-4446-1EFC-965E-3C7CCB4CE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1EACC7D-1F6E-49D1-586C-53249245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9A39AB-598F-FEB1-4C60-BC5EF58D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EE4716-9228-9919-465F-BABCC61F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67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B4CD3-64E6-1B7F-3EFB-5CFDA1E7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4EA3D3-18A9-A532-6343-09D4E5F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08BBA1-398E-4B80-5527-6483DD4E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0AA839-6A35-4AA8-5D82-8F177936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2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3AFA15-43E3-6AE1-7672-D1106B92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C43F77-CDD0-107B-9FEF-6EE96E73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02AB81-3125-23CC-3CE4-B6ECD033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3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BD42A-BC68-3405-6D10-E42C2BD6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896F2-B734-B643-7E06-35E83CCA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8D005F-166F-7720-6F57-0FBF1A275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2D8182-FFC2-7D19-8B18-B2DCD4B2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87898D-F8F9-9232-974B-8B26821B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E3CF64-673D-FAAB-9E77-5906A786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76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5FEC8-CB39-BCEB-0095-D60C83F6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9BDA1F-7A92-0964-5CC1-8ED0E37B3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0F48ED-058C-7297-5F9D-00E9F39BE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EB2246-177D-5E31-30F5-9FD7663E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9F0574-50B7-830B-5D40-D62C6608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25A27C-7DD3-1490-2BCA-D4FC1BBD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41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C7284-F35E-AD35-FEF7-F9992DE8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4A4A72-4489-1BC0-79D4-33382A603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336B5-7EE8-9084-E5C0-002FBB53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29A7C1-4472-6FE1-C919-1E8748E6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BD24AC-82D8-D3EB-3524-5CFE226B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32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A8301D-0599-2701-789D-8A02D6936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A76E35-D26E-D17D-4866-7431D4F62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37A79B-4B96-B57C-5690-3919980A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2029E1-A307-A277-B104-28188339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15529A-96D1-708F-89CC-9D756677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99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BE779-1AC3-F62B-1B9F-125E68C8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261F70-1078-3B76-0D5E-7464221B3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6740E-854E-E7B2-CEA4-1F45C6585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F3B94-EAF8-42C0-8CA6-03BF32E6CEC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C2EB2-743B-13B4-A668-05F6A6283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C095A-4FAD-0D4B-133E-4E0607FB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19BF9-7E65-4A78-A115-54ACA7EA43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7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BDB075-0B29-E029-1A22-7018A354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81" y="5023997"/>
            <a:ext cx="677838" cy="188728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FC65644-2130-33E6-88F4-A852C37F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72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AC9C0A-9A3D-1ECC-D8BC-433F334997D7}"/>
              </a:ext>
            </a:extLst>
          </p:cNvPr>
          <p:cNvSpPr/>
          <p:nvPr/>
        </p:nvSpPr>
        <p:spPr>
          <a:xfrm>
            <a:off x="-1" y="0"/>
            <a:ext cx="4708478" cy="6858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5DA1C-0F9C-F53D-B16E-C82232CA0C52}"/>
              </a:ext>
            </a:extLst>
          </p:cNvPr>
          <p:cNvSpPr txBox="1"/>
          <p:nvPr/>
        </p:nvSpPr>
        <p:spPr>
          <a:xfrm>
            <a:off x="88710" y="2511188"/>
            <a:ext cx="4531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</a:rPr>
              <a:t>Ведение домашней бухгалтерии</a:t>
            </a:r>
          </a:p>
        </p:txBody>
      </p:sp>
    </p:spTree>
    <p:extLst>
      <p:ext uri="{BB962C8B-B14F-4D97-AF65-F5344CB8AC3E}">
        <p14:creationId xmlns:p14="http://schemas.microsoft.com/office/powerpoint/2010/main" val="303347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1784-7FDC-1A52-B86A-F5879879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683CA7-3D79-2484-16F1-A0F3BE14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0" y="1445321"/>
            <a:ext cx="11946340" cy="332616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3D2C6C-E481-A68E-ABC1-B8875D56B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952" y="7140484"/>
            <a:ext cx="2324096" cy="185379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3E1626-D4AB-15D7-DA00-3BAE5677409C}"/>
              </a:ext>
            </a:extLst>
          </p:cNvPr>
          <p:cNvSpPr/>
          <p:nvPr/>
        </p:nvSpPr>
        <p:spPr>
          <a:xfrm>
            <a:off x="0" y="0"/>
            <a:ext cx="12192001" cy="10254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2A3FE-A903-84AD-B040-C8C89F0F1357}"/>
              </a:ext>
            </a:extLst>
          </p:cNvPr>
          <p:cNvSpPr txBox="1"/>
          <p:nvPr/>
        </p:nvSpPr>
        <p:spPr>
          <a:xfrm>
            <a:off x="875731" y="-96039"/>
            <a:ext cx="10440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Ведение домашней бухгалтерии</a:t>
            </a:r>
          </a:p>
        </p:txBody>
      </p:sp>
    </p:spTree>
    <p:extLst>
      <p:ext uri="{BB962C8B-B14F-4D97-AF65-F5344CB8AC3E}">
        <p14:creationId xmlns:p14="http://schemas.microsoft.com/office/powerpoint/2010/main" val="84297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89A722-42EE-FDE7-F202-CFB8E641E9E3}"/>
              </a:ext>
            </a:extLst>
          </p:cNvPr>
          <p:cNvSpPr txBox="1"/>
          <p:nvPr/>
        </p:nvSpPr>
        <p:spPr>
          <a:xfrm>
            <a:off x="875730" y="-1416839"/>
            <a:ext cx="10440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Ведение домашней бухгалтерии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C24035-3BC2-D0D8-E13E-958C818959E0}"/>
              </a:ext>
            </a:extLst>
          </p:cNvPr>
          <p:cNvSpPr/>
          <p:nvPr/>
        </p:nvSpPr>
        <p:spPr>
          <a:xfrm>
            <a:off x="1" y="0"/>
            <a:ext cx="12192000" cy="10254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Добавление операций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D1AF0C-A4A0-A6AB-3847-C90A862073B6}"/>
              </a:ext>
            </a:extLst>
          </p:cNvPr>
          <p:cNvSpPr/>
          <p:nvPr/>
        </p:nvSpPr>
        <p:spPr>
          <a:xfrm>
            <a:off x="-6677025" y="0"/>
            <a:ext cx="6423660" cy="166878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Внесение информации о коммунальных платежах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EED253-553A-93D2-49D6-09061882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6" y="1518941"/>
            <a:ext cx="56483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64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B521B5-F410-5FB8-8F15-D0CFB7EF9D4C}"/>
              </a:ext>
            </a:extLst>
          </p:cNvPr>
          <p:cNvSpPr/>
          <p:nvPr/>
        </p:nvSpPr>
        <p:spPr>
          <a:xfrm>
            <a:off x="3667125" y="-1494929"/>
            <a:ext cx="4857750" cy="944338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Добавление операций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4814E-7C61-2539-1D2C-BC1DBE04B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546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E47BA5-95C0-8726-1FDE-9EF3624607C2}"/>
              </a:ext>
            </a:extLst>
          </p:cNvPr>
          <p:cNvSpPr/>
          <p:nvPr/>
        </p:nvSpPr>
        <p:spPr>
          <a:xfrm>
            <a:off x="0" y="0"/>
            <a:ext cx="6423660" cy="166878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Внесение информации о коммунальных платежах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49B72A-0C21-9533-4D90-592160F3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0"/>
            <a:ext cx="2926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7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5AE462-49B5-5DEB-95BF-41D3A4D5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614612"/>
            <a:ext cx="7210425" cy="32670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9BE486-0DF1-939A-419A-6F34BD6B802D}"/>
              </a:ext>
            </a:extLst>
          </p:cNvPr>
          <p:cNvSpPr/>
          <p:nvPr/>
        </p:nvSpPr>
        <p:spPr>
          <a:xfrm>
            <a:off x="0" y="0"/>
            <a:ext cx="12192000" cy="166878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История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323364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FAB5-AEC5-F784-6E8E-9A8B54DF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0CA03B6-F8D4-751E-5CFA-EEDED9D8D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81" y="5023997"/>
            <a:ext cx="677838" cy="188728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1F6B8B6-A8EE-43B5-935B-FCF2EB25B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72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E5419B-B463-A1A0-BF46-A473A2E3D74B}"/>
              </a:ext>
            </a:extLst>
          </p:cNvPr>
          <p:cNvSpPr/>
          <p:nvPr/>
        </p:nvSpPr>
        <p:spPr>
          <a:xfrm>
            <a:off x="-1" y="0"/>
            <a:ext cx="4708478" cy="6858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8B367-5130-A326-D4EE-3102764FCB46}"/>
              </a:ext>
            </a:extLst>
          </p:cNvPr>
          <p:cNvSpPr txBox="1"/>
          <p:nvPr/>
        </p:nvSpPr>
        <p:spPr>
          <a:xfrm>
            <a:off x="88710" y="2511188"/>
            <a:ext cx="4531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</a:rPr>
              <a:t>Ведение домашней бухгалтерии</a:t>
            </a:r>
          </a:p>
        </p:txBody>
      </p:sp>
    </p:spTree>
    <p:extLst>
      <p:ext uri="{BB962C8B-B14F-4D97-AF65-F5344CB8AC3E}">
        <p14:creationId xmlns:p14="http://schemas.microsoft.com/office/powerpoint/2010/main" val="1024264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</Words>
  <Application>Microsoft Office PowerPoint</Application>
  <PresentationFormat>Широкоэкранный</PresentationFormat>
  <Paragraphs>12</Paragraphs>
  <Slides>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Миша Бутов</dc:creator>
  <cp:lastModifiedBy>Миша Бутов</cp:lastModifiedBy>
  <cp:revision>17</cp:revision>
  <dcterms:created xsi:type="dcterms:W3CDTF">2026-05-29T05:39:15Z</dcterms:created>
  <dcterms:modified xsi:type="dcterms:W3CDTF">2026-06-04T05:30:31Z</dcterms:modified>
</cp:coreProperties>
</file>